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1: PROBLEM STATEMENT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GajaAlert AI: Human-Elephant Conflict Early Warning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EF4444"/>
                </a:solidFill>
              </a:defRPr>
            </a:pPr>
            <a:r>
              <a:t>CRITICAL PROBLEM CONTEXT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Human-Elephant Conflicts (HEC) present severe threats to lives and agricultural livelihoods at forest-village borders near Coimbatore, Tamil Nadu.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TN Government Source (2015 - July 2025): Recorded 685 human deaths from wild animal attacks; 522 deaths (76.2%) were caused specifically by elephants.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Existing solutions depend on manual human informants (Valparai SMS) or costly monitored camera towers, introducing delayed warnings.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OUR GAJAALERT AI SOLUTION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Automated Edge Warning: Camera frames are classified automatically via deep learning to broadcast instant alerts.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Low-Light Robustness: Dynamic night-augmentation (brightness U(0.15,0.60), noise, IR tint) optimizes low-light detection.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Explainable &amp; Bilingual: Grad-CAM neural heatmaps explain predictions; instant English &amp; Tamil alerts inform local communities.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Honesty &amp; Scope: Camera feeds &amp; SMS delivery are simulated for prototype verification.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2: METHODS RELATED TO THE SUBJECTS (MWP &amp; DNN)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Integrated Technical Stack &amp; Methodologies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38BDF8"/>
                </a:solidFill>
              </a:defRPr>
            </a:pPr>
            <a:r>
              <a:t>MODERN WEB PROGRAMMING (MWP)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Frontend: HTML5 Semantic Structure, Custom CSS3 Dark Palette, Vanilla JS ES6+ with Fetch API.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Offline Vendor Architecture: Local vendored Leaflet Map, Chart.js, and font assets under static/vendor/.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REST API Backend: Python Flask REST endpoints (/predict, /api/events, /api/stats, /health).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Persistence &amp; Security: SQLite database, Pillow image validation, 8 MB payload cap, UUID filenames.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Web Audio &amp; TTS: Browser-native Web Audio siren synthesizer &amp; Web Speech API bilingual TTS.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0B981"/>
                </a:solidFill>
              </a:defRPr>
            </a:pPr>
            <a:r>
              <a:t>DEEP NEURAL NETWORKS (DNN)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Architecture: MobileNetV2 Transfer Learning pre-trained on ImageNet with Dense Head (128 units, Dropout 0.3, Softmax).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Two-Phase Training: Phase A frozen backbone (Adam 1e-3); Phase B fine-tuning last 30 layers (Adam 1e-5, BatchNorm frozen).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Custom tf.data Night Augmentation: 40% training frames undergo brightness scaling, IR tinting, and Gaussian noise.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Grad-CAM Explainability: Gradient tape targeting final conv layer (out_relu) overlaid on input frames.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Deterministic Risk Logic: NON-ELEPHANT -&gt; NONE; ELEPHANT -&gt; Base MEDIUM/LOW; +1 Night; +1 Repeat (30m).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3: WORKING MODEL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End-to-End System Workflow &amp; Empirical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38BDF8"/>
                </a:solidFill>
              </a:defRPr>
            </a:pPr>
            <a:r>
              <a:t>SYSTEM WORKFLOW: INPUT -&gt; PROCESSING -&gt; DNN -&gt; OUTPUT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1. INPUT: Drag &amp; drop camera trap image + virtual sensor location select + time mode simulation.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2. PROCESSING: Pillow validates &amp; resizes to 224x224x3; REST payload parsed by Flask service.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3. DNN INFERENCE: MobileNetV2 evaluates class probabilities; Grad-CAM generates out_relu heatmap.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4. RISK &amp; OUTPUT: Safety engine evaluates time/repeat context -&gt; updates Verdict Band -&gt; triggers siren &amp; bilingual alerts.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12064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0B981"/>
                </a:solidFill>
              </a:defRPr>
            </a:pPr>
            <a:r>
              <a:t>MEASURED MODEL EVALUATION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Clean Held-Out Test Accuracy: 78.3%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Simulated Night Test Accuracy: 59.4%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Elephant Detection Recall: 82.6%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Verification: Evaluated on held-out test split via evaluate.py.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840480"/>
            <a:ext cx="521208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F59E0B"/>
                </a:solidFill>
              </a:defRPr>
            </a:pPr>
            <a:r>
              <a:t>OPERATIONAL &amp; DEMO HIGHLIGHTS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High Recall Priority: Minimizes missed elephant intrusions near village borders.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Dual Accessibility: Dynamic color-coded Verdict Band + aria-live screen reader support.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Interactive Dashboard: Real-time Leaflet sensor map, Chart.js sightings graph, and event logs.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